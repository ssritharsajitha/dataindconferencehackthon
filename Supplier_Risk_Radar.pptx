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Arial"/>
              </a:rPr>
              <a:t>Defects per 1,000 orders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Defects per 1,000 orders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7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TIER_1</c:v>
                  </c:pt>
                  <c:pt idx="1">
                    <c:v>TIER_2</c:v>
                  </c:pt>
                  <c:pt idx="2">
                    <c:v>TIER_3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</c:v>
                </c:pt>
                <c:pt idx="1">
                  <c:v>136.2</c:v>
                </c:pt>
                <c:pt idx="2">
                  <c:v>224.5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suppliers whose defects cost us the most, and what to do about them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Hackathon  |  Hack the Experience: Quality Engineer persona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are concentrated in a small set of suppliers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74520" cy="173736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suppliers tracked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32888" y="1463040"/>
            <a:ext cx="1874520" cy="173736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70048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70048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recorded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08576" y="1463040"/>
            <a:ext cx="1874520" cy="173736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5736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defects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84264" y="1463040"/>
            <a:ext cx="1874520" cy="173736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1424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rated HIGH risk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teams need to know which suppliers to act on first, and why, before the next warranty wave arrives.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suppliers produce three times the defect rate of Tier 1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is 43% of suppliers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causes 61% of all defects and 60% of critical defects.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 tracks risk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743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averages 89.8 on quality rating; Tier 3 averages 68.8.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is the lever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Tier 3 to Tier 2 levels would cut the overall defect rate by roughly a quarter.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risk score blends six signals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371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per 1,000 orders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2402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Critical-defect share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08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trend, last 90 days vs prior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108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108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cost of parts supplied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Bands: HIGH 40+  |  MEDIUM 25 to 40  |  LOW under 25. Weights and cutoffs are editable in setup.sql.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Tier 1 supplier that looks fine on paper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TechParts Inc 159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(MEDIUM)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32888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532888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rating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97.3%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84264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vs 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684264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Defects, last 90 days vs prior 90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91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rating look healthy, but defects are rising and 9 of its 31 defects are critical. A score built on ratings alone would miss it. The radar flags it and recommends: monitor closely, review at next business review.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views, one question: what do we do next?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suppliers with risk band, defects, and the recommended action. Filter by band, tier, and status.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drill-down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quality, on-time %, defect trend by month and type, and an AI summary of recurring root causes.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radar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question in plain English and get an answer grounded in the top 40 suppliers by risk.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Agent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383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Snowsight agent that ranks suppliers and recommends actions for follow-up questions.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do and do not say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cost is not additive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bought from several suppliers counts toward each one, so the $1.24B linked-parts figure overstates total exposure. Use it to rank suppliers, not to size the total.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50008"/>
            <a:ext cx="822960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41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judgment calls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072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score weights and band cutoffs are a starting point. Validate them against which suppliers actually led to escalations.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65576"/>
            <a:ext cx="8229600" cy="96012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570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 are a snapshot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227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summaries are generated for HIGH-risk suppliers and need a rerun when the data changes.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know-how, new platform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to the build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years in automotive. Knows how supplier quality issues, delivery delays, and warranty costs hit manufacturing operations, and which questions matter to a quality engineer.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237744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 by CoCo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development assistant used to explore Snowflake, write the SQL risk-scoring logic, integrate Cortex AI and Semantic Views, and build the Streamlit app.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build: the domain judgment came from the builder, and the assistant handled the technical acceleration.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risk logic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188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score from quality, delivery, defects, critical share, trend, and warranty cost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874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summaries of recurring defect themes and root causes for HIGH-risk suppliers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view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560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Cortex Analyst answer natural-language questions over the risk 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246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Agent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246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suppliers and recommends actions from Snowsight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0507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931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Watchlist, drill-down, and Ask the radar, all in Snowflake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Risk Radar  |  AUTO_MFG_DW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top HIGH-risk suppliers first, starting with those tied to critical defects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risk weights against past escalations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the agent and summaries to a weekly refresh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a supplier-facing corrective action view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Risk Radar</dc:title>
  <dc:subject>PptxGenJS Presentation</dc:subject>
  <dc:creator>PptxGenJS</dc:creator>
  <cp:lastModifiedBy>PptxGenJS</cp:lastModifiedBy>
  <cp:revision>1</cp:revision>
  <dcterms:created xsi:type="dcterms:W3CDTF">2026-10-16T20:14:44Z</dcterms:created>
  <dcterms:modified xsi:type="dcterms:W3CDTF">2026-10-16T20:14:44Z</dcterms:modified>
</cp:coreProperties>
</file>